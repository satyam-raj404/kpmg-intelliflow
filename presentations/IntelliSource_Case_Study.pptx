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338D"/>
                </a:solidFill>
                <a:latin typeface="Calibri"/>
              </a:rPr>
              <a:t>Case Study — IntelliSource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05EB8"/>
                </a:solidFill>
                <a:latin typeface="Calibri"/>
              </a:rPr>
              <a:t>AI-Powered Procurement Process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365760"/>
            <a:ext cx="868680" cy="365760"/>
          </a:xfrm>
          <a:prstGeom prst="roundRect">
            <a:avLst>
              <a:gd name="adj" fmla="val 6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36576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365760"/>
            <a:ext cx="868680" cy="365760"/>
          </a:xfrm>
          <a:prstGeom prst="roundRect">
            <a:avLst>
              <a:gd name="adj" fmla="val 6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36576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365760"/>
            <a:ext cx="868680" cy="365760"/>
          </a:xfrm>
          <a:prstGeom prst="roundRect">
            <a:avLst>
              <a:gd name="adj" fmla="val 6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0" y="36576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84280" y="365760"/>
            <a:ext cx="868680" cy="365760"/>
          </a:xfrm>
          <a:prstGeom prst="roundRect">
            <a:avLst>
              <a:gd name="adj" fmla="val 6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84280" y="365760"/>
            <a:ext cx="868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LLM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51560"/>
            <a:ext cx="12188952" cy="1325880"/>
          </a:xfrm>
          <a:prstGeom prst="rect">
            <a:avLst/>
          </a:prstGeom>
          <a:solidFill>
            <a:srgbClr val="B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1835"/>
                </a:solidFill>
                <a:latin typeface="Calibri"/>
              </a:rPr>
              <a:t>The Financial Services Team (India) needed a unified way to track, automate, and analyse procurement KPIs across the full Procure-to-Pay lifecycle — with anomaly detection and natural-language analytics on top of live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09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835"/>
                </a:solidFill>
                <a:latin typeface="Calibri"/>
              </a:rPr>
              <a:t>Our scope included: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9659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051835"/>
                </a:solidFill>
                <a:latin typeface="Calibri"/>
              </a:rPr>
              <a:t>•  40+ KPI automation across PR/PO/GRN/Invoice/Payment, vendor, budget, and compliance data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051835"/>
                </a:solidFill>
                <a:latin typeface="Calibri"/>
              </a:rPr>
              <a:t>•  Real-time rule-based anomaly detection and a grounded AI analyst for ad-hoc procurement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63240"/>
            <a:ext cx="2761488" cy="3291840"/>
          </a:xfrm>
          <a:prstGeom prst="roundRect">
            <a:avLst>
              <a:gd name="adj" fmla="val 6000"/>
            </a:avLst>
          </a:prstGeom>
          <a:solidFill>
            <a:srgbClr val="009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00400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Challenges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593592"/>
            <a:ext cx="2432304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721608"/>
            <a:ext cx="24323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Procurement data fragmented across PR, PO, GRN, invoice, and payment stages — no unified view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40+ KPIs computed manually across procurement, delivery, finance, and compliance — slow and error-prone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No systematic way to flag process anomalies (maverick buys, duplicate invoices, mismatches) in real time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Ad-hoc procurement questions required manual SQL/Excel work with slow turnaround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3063240"/>
            <a:ext cx="2761488" cy="3291840"/>
          </a:xfrm>
          <a:prstGeom prst="roundRect">
            <a:avLst>
              <a:gd name="adj" fmla="val 6000"/>
            </a:avLst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Tools Utilized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593592"/>
            <a:ext cx="2432304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721608"/>
            <a:ext cx="24323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Backend — Python, FastAPI, PostgreSQL (psycopg3)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Frontend — React 19, Vite, TanStack Router, Tailwind CSS, Recharts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AI — agentic LLM cascade via OpenRouter, local Ollama fallback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Reporting — python-pptx, ReportLab, XlsxWriter, Matplotlib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063240"/>
            <a:ext cx="2761488" cy="3291840"/>
          </a:xfrm>
          <a:prstGeom prst="roundRect">
            <a:avLst>
              <a:gd name="adj" fmla="val 6000"/>
            </a:avLst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200400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3593592"/>
            <a:ext cx="2432304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721608"/>
            <a:ext cx="24323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Built a unified P2P data model spanning PR, PO, GRN, invoice, payment, vendor, and budget data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Automated 40+ KPIs across procurement, delivery, finance, and compliance layers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Implemented rule-based process-mining anomaly detection across 9 categories, flagged in real time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Built “Ask IntelliSource” — a grounded, citation-backed natural-language analyst with live SQL tool access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Delivered role-based dashboards (Procurement Manager, Finance, Compliance, CXO, and more)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1704" y="3063240"/>
            <a:ext cx="2761488" cy="3291840"/>
          </a:xfrm>
          <a:prstGeom prst="roundRect">
            <a:avLst>
              <a:gd name="adj" fmla="val 6000"/>
            </a:avLst>
          </a:prstGeom>
          <a:solidFill>
            <a:srgbClr val="470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3200400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Our Value Add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3593592"/>
            <a:ext cx="2432304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3721608"/>
            <a:ext cx="243230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Single source of truth for procurement KPIs, replacing manual Excel-based reporting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Real-time visibility into 9 categories of process anomalies for faster intervention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Natural-language access to procurement data — no SQL or BI tooling expertise required</a:t>
            </a:r>
          </a:p>
          <a:p>
            <a:pPr>
              <a:spcAft>
                <a:spcPts val="6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•  Extensible, provider-agnostic AI architecture — swap LLM models/providers via config, no code changes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Internal — The Financial Services Team, KPMG India  |  Not yet deployed to production  |  Engagement owner: [TBD]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